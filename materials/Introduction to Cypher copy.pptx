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3"/>
  </p:notesMasterIdLst>
  <p:sldIdLst>
    <p:sldId id="284" r:id="rId2"/>
  </p:sldIdLst>
  <p:sldSz cx="9144000" cy="5143500" type="screen16x9"/>
  <p:notesSz cx="6858000" cy="9144000"/>
  <p:embeddedFontLst>
    <p:embeddedFont>
      <p:font typeface="Open Sans ExtraBold" panose="020B0906030804020204"/>
      <p:bold r:id="rId4"/>
      <p:italic r:id="rId5"/>
      <p:boldItalic r:id="rId6"/>
    </p:embeddedFont>
    <p:embeddedFont>
      <p:font typeface="Tahoma" panose="020B0604030504040204" pitchFamily="34" charset="0"/>
      <p:regular r:id="rId7"/>
      <p:bold r:id="rId8"/>
    </p:embeddedFont>
  </p:embeddedFontLst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9"/>
    <p:restoredTop sz="94694"/>
  </p:normalViewPr>
  <p:slideViewPr>
    <p:cSldViewPr snapToGrid="0">
      <p:cViewPr varScale="1">
        <p:scale>
          <a:sx n="150" d="100"/>
          <a:sy n="150" d="100"/>
        </p:scale>
        <p:origin x="168" y="3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E3FF87E-ADEE-FAAC-745D-E3F703A3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736235af6_0_0:notes">
            <a:extLst>
              <a:ext uri="{FF2B5EF4-FFF2-40B4-BE49-F238E27FC236}">
                <a16:creationId xmlns:a16="http://schemas.microsoft.com/office/drawing/2014/main" id="{5719CE22-15DC-A1D9-E440-CC7BD3B91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736235af6_0_0:notes">
            <a:extLst>
              <a:ext uri="{FF2B5EF4-FFF2-40B4-BE49-F238E27FC236}">
                <a16:creationId xmlns:a16="http://schemas.microsoft.com/office/drawing/2014/main" id="{7515739B-2EEA-EAE8-B8A3-10A35B933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806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28B5CB5E-4D62-6F64-1F1A-DE21CCCA2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51435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00">
              <a:ea typeface="+mn-ea"/>
            </a:endParaRP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E0B269DB-9067-E88D-41B8-3B07C392182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768328" y="-1882378"/>
            <a:ext cx="1607344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00">
              <a:ea typeface="+mn-ea"/>
            </a:endParaRPr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8E7BA452-2D19-F66B-3CB1-6CD6E5EFC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828801"/>
            <a:ext cx="1828800" cy="171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00">
              <a:ea typeface="+mn-ea"/>
            </a:endParaRPr>
          </a:p>
        </p:txBody>
      </p:sp>
      <p:pic>
        <p:nvPicPr>
          <p:cNvPr id="5" name="Picture 35" descr="awtri_4c UPDATE_color">
            <a:extLst>
              <a:ext uri="{FF2B5EF4-FFF2-40B4-BE49-F238E27FC236}">
                <a16:creationId xmlns:a16="http://schemas.microsoft.com/office/drawing/2014/main" id="{5641F287-64E2-B135-A677-28C596C72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462462"/>
            <a:ext cx="684213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6" descr="elmasri_thumb">
            <a:extLst>
              <a:ext uri="{FF2B5EF4-FFF2-40B4-BE49-F238E27FC236}">
                <a16:creationId xmlns:a16="http://schemas.microsoft.com/office/drawing/2014/main" id="{AC748A14-794D-7BB1-F76F-888ED6131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6" y="1885950"/>
            <a:ext cx="1724025" cy="160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14300"/>
            <a:ext cx="7086600" cy="1714500"/>
          </a:xfrm>
        </p:spPr>
        <p:txBody>
          <a:bodyPr wrap="none" anchor="ctr"/>
          <a:lstStyle>
            <a:lvl1pPr>
              <a:defRPr sz="4950">
                <a:solidFill>
                  <a:srgbClr val="99003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1943100"/>
            <a:ext cx="6629400" cy="142875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7A1712BB-8E2D-093E-A791-A6BAFE9934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4798219"/>
            <a:ext cx="449580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675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 altLang="en-US"/>
              <a:t>Copyright © 2007 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1630190401"/>
      </p:ext>
    </p:extLst>
  </p:cSld>
  <p:clrMapOvr>
    <a:masterClrMapping/>
  </p:clrMapOvr>
  <p:transition spd="med"/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500"/>
            </a:lvl1pPr>
            <a:lvl2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500"/>
            </a:lvl2pPr>
            <a:lvl3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350"/>
            </a:lvl3pPr>
            <a:lvl4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200"/>
            </a:lvl4pPr>
            <a:lvl5pPr>
              <a:lnSpc>
                <a:spcPct val="120000"/>
              </a:lnSpc>
              <a:spcBef>
                <a:spcPts val="354"/>
              </a:spcBef>
              <a:spcAft>
                <a:spcPts val="300"/>
              </a:spcAft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03877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0882598"/>
      </p:ext>
    </p:extLst>
  </p:cSld>
  <p:clrMapOvr>
    <a:masterClrMapping/>
  </p:clrMapOvr>
  <p:transition spd="med"/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200150"/>
            <a:ext cx="4070350" cy="3429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4" y="1200150"/>
            <a:ext cx="4071937" cy="3429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71801"/>
      </p:ext>
    </p:extLst>
  </p:cSld>
  <p:clrMapOvr>
    <a:masterClrMapping/>
  </p:clrMapOvr>
  <p:transition spd="med"/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21430"/>
      </p:ext>
    </p:extLst>
  </p:cSld>
  <p:clrMapOvr>
    <a:masterClrMapping/>
  </p:clrMapOvr>
  <p:transition spd="med"/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28537"/>
      </p:ext>
    </p:extLst>
  </p:cSld>
  <p:clrMapOvr>
    <a:masterClrMapping/>
  </p:clrMapOvr>
  <p:transition spd="med"/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945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7145022"/>
      </p:ext>
    </p:extLst>
  </p:cSld>
  <p:clrMapOvr>
    <a:masterClrMapping/>
  </p:clrMapOvr>
  <p:transition spd="med"/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7376438"/>
      </p:ext>
    </p:extLst>
  </p:cSld>
  <p:clrMapOvr>
    <a:masterClrMapping/>
  </p:clrMapOvr>
  <p:transition spd="med"/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3729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>
            <a:extLst>
              <a:ext uri="{FF2B5EF4-FFF2-40B4-BE49-F238E27FC236}">
                <a16:creationId xmlns:a16="http://schemas.microsoft.com/office/drawing/2014/main" id="{B9485963-F642-C24D-6941-1B4B51FC8516}"/>
              </a:ext>
            </a:extLst>
          </p:cNvPr>
          <p:cNvGrpSpPr>
            <a:grpSpLocks/>
          </p:cNvGrpSpPr>
          <p:nvPr/>
        </p:nvGrpSpPr>
        <p:grpSpPr bwMode="auto">
          <a:xfrm>
            <a:off x="8936038" y="1087041"/>
            <a:ext cx="207962" cy="4056459"/>
            <a:chOff x="5606" y="889"/>
            <a:chExt cx="154" cy="3431"/>
          </a:xfrm>
        </p:grpSpPr>
        <p:sp>
          <p:nvSpPr>
            <p:cNvPr id="2" name="Rectangle 38">
              <a:extLst>
                <a:ext uri="{FF2B5EF4-FFF2-40B4-BE49-F238E27FC236}">
                  <a16:creationId xmlns:a16="http://schemas.microsoft.com/office/drawing/2014/main" id="{CDF3093B-6C36-D9CF-A2A4-29939AF55D79}"/>
                </a:ext>
              </a:extLst>
            </p:cNvPr>
            <p:cNvSpPr>
              <a:spLocks noChangeArrowheads="1"/>
            </p:cNvSpPr>
            <p:nvPr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157394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5" name="Group 44">
              <a:extLst>
                <a:ext uri="{FF2B5EF4-FFF2-40B4-BE49-F238E27FC236}">
                  <a16:creationId xmlns:a16="http://schemas.microsoft.com/office/drawing/2014/main" id="{402FB482-BCA6-FDF6-B8C9-3011F26F6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id="{9C40FDAE-BAEF-C808-E0B7-2287044E317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rgbClr val="DC4C4C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2400" dirty="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3" name="Rectangle 32">
                <a:extLst>
                  <a:ext uri="{FF2B5EF4-FFF2-40B4-BE49-F238E27FC236}">
                    <a16:creationId xmlns:a16="http://schemas.microsoft.com/office/drawing/2014/main" id="{27111B1F-EEC1-3444-58A6-6A149568437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E17070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240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id="{6FF57294-8D84-40B7-A97D-99386C5AB675}"/>
              </a:ext>
            </a:extLst>
          </p:cNvPr>
          <p:cNvSpPr>
            <a:spLocks noChangeArrowheads="1"/>
          </p:cNvSpPr>
          <p:nvPr/>
        </p:nvSpPr>
        <p:spPr bwMode="gray">
          <a:xfrm rot="16200000">
            <a:off x="4544418" y="-3512543"/>
            <a:ext cx="58341" cy="9140825"/>
          </a:xfrm>
          <a:prstGeom prst="rect">
            <a:avLst/>
          </a:prstGeom>
          <a:solidFill>
            <a:srgbClr val="589CB4"/>
          </a:solidFill>
          <a:ln>
            <a:noFill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DC0F7037-92D3-7E0A-55A9-404906483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1" y="227410"/>
            <a:ext cx="7796213" cy="74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 dirty="0"/>
          </a:p>
        </p:txBody>
      </p:sp>
      <p:sp>
        <p:nvSpPr>
          <p:cNvPr id="1030" name="Rectangle 21">
            <a:extLst>
              <a:ext uri="{FF2B5EF4-FFF2-40B4-BE49-F238E27FC236}">
                <a16:creationId xmlns:a16="http://schemas.microsoft.com/office/drawing/2014/main" id="{76ECBC8F-AE27-B907-9DD9-44EDABE8E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4" y="1200150"/>
            <a:ext cx="829468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id="{40B1C141-1CC7-64E8-4630-CC3D077F1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857750"/>
            <a:ext cx="3276600" cy="22741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675" dirty="0"/>
              <a:t>Copyright © 2016 Ramez Elmasri and Shamkant B. Navathe</a:t>
            </a:r>
          </a:p>
        </p:txBody>
      </p:sp>
      <p:pic>
        <p:nvPicPr>
          <p:cNvPr id="1032" name="Picture 1">
            <a:extLst>
              <a:ext uri="{FF2B5EF4-FFF2-40B4-BE49-F238E27FC236}">
                <a16:creationId xmlns:a16="http://schemas.microsoft.com/office/drawing/2014/main" id="{C8E023D0-8323-E1E5-B043-AAAAD3E8D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88" y="222647"/>
            <a:ext cx="617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">
            <a:extLst>
              <a:ext uri="{FF2B5EF4-FFF2-40B4-BE49-F238E27FC236}">
                <a16:creationId xmlns:a16="http://schemas.microsoft.com/office/drawing/2014/main" id="{6275177B-8634-1E6B-FE52-284EBAE8D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976" y="576263"/>
            <a:ext cx="404813" cy="30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0">
            <a:extLst>
              <a:ext uri="{FF2B5EF4-FFF2-40B4-BE49-F238E27FC236}">
                <a16:creationId xmlns:a16="http://schemas.microsoft.com/office/drawing/2014/main" id="{61D99BA9-F869-2243-3E31-2C6563A62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188" y="4858941"/>
            <a:ext cx="3276600" cy="22741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US" altLang="en-US" sz="788" b="1" dirty="0" err="1"/>
              <a:t>Analisi</a:t>
            </a:r>
            <a:r>
              <a:rPr lang="en-US" altLang="en-US" sz="788" b="1" dirty="0"/>
              <a:t> </a:t>
            </a:r>
            <a:r>
              <a:rPr lang="en-US" altLang="en-US" sz="788" b="1" dirty="0" err="1"/>
              <a:t>dei</a:t>
            </a:r>
            <a:r>
              <a:rPr lang="en-US" altLang="en-US" sz="788" b="1" dirty="0"/>
              <a:t> </a:t>
            </a:r>
            <a:r>
              <a:rPr lang="en-US" altLang="en-US" sz="788" b="1" dirty="0" err="1"/>
              <a:t>dati</a:t>
            </a:r>
            <a:r>
              <a:rPr lang="en-US" altLang="en-US" sz="788" b="1" dirty="0"/>
              <a:t> e big data  -  Marco Del Coco</a:t>
            </a:r>
          </a:p>
        </p:txBody>
      </p:sp>
    </p:spTree>
    <p:extLst>
      <p:ext uri="{BB962C8B-B14F-4D97-AF65-F5344CB8AC3E}">
        <p14:creationId xmlns:p14="http://schemas.microsoft.com/office/powerpoint/2010/main" val="35048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</p:sldLayoutIdLst>
  <p:transition spd="med"/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E1D7CC"/>
          </a:solidFill>
          <a:latin typeface="Arial" charset="0"/>
          <a:ea typeface="ＭＳ Ｐゴシック" panose="020B0600070205080204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800000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800000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800000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700">
          <a:solidFill>
            <a:srgbClr val="800000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itchFamily="2" charset="2"/>
        <a:buChar char="n"/>
        <a:defRPr sz="1800">
          <a:solidFill>
            <a:schemeClr val="tx2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1600">
          <a:solidFill>
            <a:srgbClr val="DC4C4C"/>
          </a:solidFill>
          <a:latin typeface="+mn-lt"/>
          <a:ea typeface="ＭＳ Ｐゴシック" panose="020B0600070205080204" pitchFamily="34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400">
          <a:solidFill>
            <a:schemeClr val="tx2"/>
          </a:solidFill>
          <a:latin typeface="+mn-lt"/>
          <a:ea typeface="ＭＳ Ｐゴシック" panose="020B0600070205080204" pitchFamily="34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1200">
          <a:solidFill>
            <a:srgbClr val="106380"/>
          </a:solidFill>
          <a:latin typeface="+mn-lt"/>
          <a:ea typeface="ＭＳ Ｐゴシック" panose="020B0600070205080204" pitchFamily="34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200">
          <a:solidFill>
            <a:schemeClr val="tx2"/>
          </a:solidFill>
          <a:latin typeface="+mn-lt"/>
          <a:ea typeface="ＭＳ Ｐゴシック" panose="020B0600070205080204" pitchFamily="34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500">
          <a:solidFill>
            <a:schemeClr val="tx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500">
          <a:solidFill>
            <a:schemeClr val="tx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500">
          <a:solidFill>
            <a:schemeClr val="tx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15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63B800F6-7284-0A52-B6E9-D9F02CC5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3;p18">
            <a:extLst>
              <a:ext uri="{FF2B5EF4-FFF2-40B4-BE49-F238E27FC236}">
                <a16:creationId xmlns:a16="http://schemas.microsoft.com/office/drawing/2014/main" id="{6DCA7CDB-B02B-B927-3B1E-050D9D95B7D7}"/>
              </a:ext>
            </a:extLst>
          </p:cNvPr>
          <p:cNvSpPr txBox="1">
            <a:spLocks/>
          </p:cNvSpPr>
          <p:nvPr/>
        </p:nvSpPr>
        <p:spPr bwMode="auto">
          <a:xfrm>
            <a:off x="519545" y="1714500"/>
            <a:ext cx="70866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chemeClr val="accent1"/>
                </a:solidFill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E1D7CC"/>
                </a:solidFill>
                <a:latin typeface="Arial" charset="0"/>
                <a:ea typeface="ＭＳ Ｐゴシック" panose="020B0600070205080204" pitchFamily="34" charset="-128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E1D7CC"/>
                </a:solidFill>
                <a:latin typeface="Arial" charset="0"/>
                <a:ea typeface="ＭＳ Ｐゴシック" panose="020B0600070205080204" pitchFamily="34" charset="-128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E1D7CC"/>
                </a:solidFill>
                <a:latin typeface="Arial" charset="0"/>
                <a:ea typeface="ＭＳ Ｐゴシック" panose="020B0600070205080204" pitchFamily="34" charset="-128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E1D7CC"/>
                </a:solidFill>
                <a:latin typeface="Arial" charset="0"/>
                <a:ea typeface="ＭＳ Ｐゴシック" panose="020B0600070205080204" pitchFamily="34" charset="-128"/>
              </a:defRPr>
            </a:lvl5pPr>
            <a:lvl6pPr marL="342900" lvl="5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800000"/>
                </a:solidFill>
                <a:latin typeface="Arial" charset="0"/>
              </a:defRPr>
            </a:lvl6pPr>
            <a:lvl7pPr marL="685800" lvl="6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800000"/>
                </a:solidFill>
                <a:latin typeface="Arial" charset="0"/>
              </a:defRPr>
            </a:lvl7pPr>
            <a:lvl8pPr marL="1028700" lvl="7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800000"/>
                </a:solidFill>
                <a:latin typeface="Arial" charset="0"/>
              </a:defRPr>
            </a:lvl8pPr>
            <a:lvl9pPr marL="1371600" lvl="8" algn="l" rtl="0" eaLnBrk="1" fontAlgn="base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2700">
                <a:solidFill>
                  <a:srgbClr val="800000"/>
                </a:solidFill>
                <a:latin typeface="Arial" charset="0"/>
              </a:defRPr>
            </a:lvl9pPr>
          </a:lstStyle>
          <a:p>
            <a:pPr>
              <a:buClr>
                <a:schemeClr val="lt1"/>
              </a:buClr>
              <a:buSzPts val="3994"/>
              <a:buFont typeface="Open Sans ExtraBold"/>
              <a:buNone/>
            </a:pPr>
            <a:r>
              <a:rPr lang="en-GB" sz="3600" kern="0" dirty="0"/>
              <a:t>Introduction NoSQL</a:t>
            </a:r>
          </a:p>
          <a:p>
            <a:pPr>
              <a:buClr>
                <a:schemeClr val="lt1"/>
              </a:buClr>
              <a:buSzPts val="3994"/>
              <a:buFont typeface="Open Sans ExtraBold"/>
              <a:buNone/>
            </a:pPr>
            <a:r>
              <a:rPr lang="en-GB" sz="3000" kern="0" dirty="0"/>
              <a:t>Key-Value Database</a:t>
            </a:r>
            <a:endParaRPr lang="en-GB" sz="3600" kern="0" dirty="0"/>
          </a:p>
        </p:txBody>
      </p:sp>
    </p:spTree>
    <p:extLst>
      <p:ext uri="{BB962C8B-B14F-4D97-AF65-F5344CB8AC3E}">
        <p14:creationId xmlns:p14="http://schemas.microsoft.com/office/powerpoint/2010/main" val="3022502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B58F282-D680-3E40-BAA0-C834AFA52925}" vid="{641FFC18-1A8E-6446-AF59-59AFE3328ED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15437</TotalTime>
  <Words>4</Words>
  <Application>Microsoft Macintosh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Wingdings</vt:lpstr>
      <vt:lpstr>MS PGothic</vt:lpstr>
      <vt:lpstr>Open Sans ExtraBold</vt:lpstr>
      <vt:lpstr>Arial</vt:lpstr>
      <vt:lpstr>Tahoma</vt:lpstr>
      <vt:lpstr>Theme1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Esperto Alba Project</cp:lastModifiedBy>
  <cp:revision>12</cp:revision>
  <dcterms:modified xsi:type="dcterms:W3CDTF">2026-05-21T07:38:49Z</dcterms:modified>
</cp:coreProperties>
</file>